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192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4938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Evaluation Practices for BCSE308P - Computer Networks Lab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 Reliable Data Transfer Protocol over UDP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09728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Dinesh Reddy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 24BCE0593</a:t>
            </a:r>
            <a:endParaRPr lang="en-US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V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D Saran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-  24BCT0291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  |  Fall Semester 2026-27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motivation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is fast and simple, but it does not guarantee delivery, order or integrity</a:t>
            </a:r>
            <a:endParaRPr lang="en-US" sz="19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can be lost, corrupted, duplicated or reordered</a:t>
            </a:r>
            <a:endParaRPr lang="en-US" sz="19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 add reliability above UDP: QUIC, UDT, Reliable UDP</a:t>
            </a:r>
            <a:endParaRPr lang="en-US" sz="19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transfer a file completely and correctly over UDP, and measure how retransmission policies behave as the network degrades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 and its gap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TCP: reliable, but kernel-resident and not customisable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Stop-and-Wait: simple, but one packet per round trip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Go-Back-N: resends the whole window after a loss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 and UDT: powerful but large and complex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54880" y="141732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 describe ARQ only abstractly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work often tests one scheme on a perfect network, with single runs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compact comparison of all three schemes over real UDP sockets with repeated runs and failure analysis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mechanism and novelty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114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Proposed: Selective Repeat with window W, a timer per packet and individual ACKs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Stop-and-Wait; second reference: Go-Back-N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lost packet is resent; the receiver buffers out-of-order packets</a:t>
            </a:r>
            <a:endParaRPr lang="en-US" sz="16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is in the integration and evaluation, not a new algorithm: one code base where the ARQ policy is the only variable, a loss/corruption/delay/reorder emulator, paired seeds and repeated runs</a:t>
            </a:r>
            <a:endParaRPr lang="en-US" sz="1600" dirty="0"/>
          </a:p>
        </p:txBody>
      </p:sp>
      <p:pic>
        <p:nvPicPr>
          <p:cNvPr id="6" name="Image 0" descr="fig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88720"/>
            <a:ext cx="4114800" cy="22677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44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one packet: Go-Back-N vs Selective Repeat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algorithm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5" name="Image 0" descr="fig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5577840" cy="2880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26480" y="1097280"/>
            <a:ext cx="2743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11-byte header: type, sequence, length, CRC-32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SYN/SYNACK set-up, FIN/FINACK teardown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 packet = lost packet; timer repairs it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delivers in order, ACKs each packet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setup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3.12, standard library only (socket, struct, zlib, threading, heapq, hashlib)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rdt_common.py, sender.py, receiver.py, test_transfer.py, benchmark_stats.py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Testbed: sender and receiver on 127.0.0.1 with a channel emulator in each direction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KB file (100 packets), 5 ms one-way delay, 60 ms timeout, window 8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Correctness: SHA-256 of received file equals the original in every run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and metrics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846320" cy="230428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condition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reference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SAW, GBN, SR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SAW, GBN, SR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SAW, GBN, SR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SAW, GBN, SR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reordering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loss + 0-10 ms jitter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GBN, SR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0" y="1005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0" y="14173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(KB/s)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time (s)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Retransmissions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and SD of 10 runs</a:t>
            </a:r>
            <a:endParaRPr lang="en-US" sz="1500" dirty="0"/>
          </a:p>
        </p:txBody>
      </p:sp>
      <p:sp>
        <p:nvSpPr>
          <p:cNvPr id="5" name="Text 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sweep: window 1 to 32 at 10% loss (5 runs each)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baseline vs proposed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5" name="Image 0" descr="stats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8503920" cy="24414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3520440"/>
            <a:ext cx="2697480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3566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+205 to +238%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vs Stop-and-Wait (5-20% loss)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3520440"/>
            <a:ext cx="2697480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00400" y="3566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-67 to -69%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291840" y="4114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time vs Stop-and-Wait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3520440"/>
            <a:ext cx="2697480" cy="114300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35040" y="35661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-72 to -76%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126480" y="41148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retransmissions vs Go-Back-N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limitations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Stop-and-Wait is bounded by one packet per RTT: 95 KB/s measured, 726 KB/s with W = 8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Go-Back-N resends good packets: retransmissions grow 24 to 269 as W grows; SR stays at 24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Reordering: Go-Back-N falls to 20 KB/s, SR keeps 166 KB/s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960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does not help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754880" y="137160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5% loss SR is not better than Go-Back-N (differences inside one SD)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60 ms timeout; no congestion control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 emulation, 100 KB file, loss up to 20% only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future work and 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in-order, error-free file transfer over UDP, verified by SHA-256 in all runs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Repeat is the most efficient under high loss and reordering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adaptive timeout, congestion control, SACK-style ACKs, tests on a real network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J. Postel, RFC 768, UDP, 1980.  [2] J. Postel, RFC 793, TCP, 1981.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M. Mathis et al., RFC 2018, TCP SACK, 1996.  [6] V. Paxson et al., RFC 6298, 2011.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Y. Gu and R. L. Grossman, UDT, Computer Networks, vol. 51, no. 7, 2007.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J. Iyengar and M. Thomson, RFC 9000, QUIC, 2021.  [10] Kurose and Ross, Computer Networking, 8th ed., 2021.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830</Words>
  <Application>Microsoft Macintosh PowerPoint</Application>
  <PresentationFormat>On-screen Show (16:9)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Implementation of a Reliable Data Transfer Protocol over UDP</dc:title>
  <dc:subject>PptxGenJS Presentation</dc:subject>
  <dc:creator>PptxGenJS</dc:creator>
  <cp:lastModifiedBy>Microsoft Office User</cp:lastModifiedBy>
  <cp:revision>3</cp:revision>
  <dcterms:created xsi:type="dcterms:W3CDTF">2026-10-21T07:20:20Z</dcterms:created>
  <dcterms:modified xsi:type="dcterms:W3CDTF">2026-10-24T07:32:13Z</dcterms:modified>
</cp:coreProperties>
</file>